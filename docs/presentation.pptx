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727f4a03-ce9f-df6c-b71c-2248ea31c692}">
          <p14:sldIdLst>
            <p14:sldId id="256"/>
            <p14:sldId id="257"/>
          </p14:sldIdLst>
        </p14:section>
        <p14:section name="Решение" id="{b7497e15-fe10-3651-7df5-a45244bea286}">
          <p14:sldIdLst>
            <p14:sldId id="258"/>
            <p14:sldId id="259"/>
          </p14:sldIdLst>
        </p14:section>
        <p14:section name="Эксперимент" id="{c396164d-b822-e0b0-30a1-9a860fa76222}">
          <p14:sldIdLst>
            <p14:sldId id="260"/>
            <p14:sldId id="261"/>
            <p14:sldId id="262"/>
          </p14:sldIdLst>
        </p14:section>
        <p14:section name="Итоги" id="{e09a1bf3-2d1e-67ab-d59f-ea757010b865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+mn-lt"/>
              </a:rPr>
              <a:t>Ошибки в словах (WER), % — меньше лучше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WER,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7A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B3A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eSpeak</c:v>
                  </c:pt>
                  <c:pt idx="1">
                    <c:v>Piper</c:v>
                  </c:pt>
                  <c:pt idx="2">
                    <c:v>Kokoro без подг.</c:v>
                  </c:pt>
                  <c:pt idx="3">
                    <c:v>Kokoro с подг.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1.8</c:v>
                </c:pt>
                <c:pt idx="2">
                  <c:v>3.6</c:v>
                </c:pt>
                <c:pt idx="3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0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+mn-lt"/>
              </a:rPr>
              <a:t>Естественность на слух, 1–5 — больше лучше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Естественность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7A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B3A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eSpeak</c:v>
                  </c:pt>
                  <c:pt idx="1">
                    <c:v>Piper</c:v>
                  </c:pt>
                  <c:pt idx="2">
                    <c:v>Kokoro без подг.</c:v>
                  </c:pt>
                  <c:pt idx="3">
                    <c:v>Kokoro с подг.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3.17</c:v>
                </c:pt>
                <c:pt idx="2">
                  <c:v>4.67</c:v>
                </c:pt>
                <c:pt idx="3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0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Проект: озвучка документов с естественным голосом, бесплатно, с расчётами на устройстве пользователя. Тип проекта: гибридный (продукт + эксперимент).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требования: бесплатно, быстро, естественно. Классический eSpeak бесплатен и быстр, но звучит как робот.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Сценарий: отправил файл, текст подготовился, Kokoro озвучил, слушаю с подсветкой предложения. Поддерживаются txt, md,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пути: Mini App считает на устройстве пользователя (текст не уходит), бот считает на моём компьютере (быстрее на слабом телефоне). Общие правила подготовки текста в Python и JS, тесты проверяют их одними и теми же случаями.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Протокол: 22 предложения, 4 системы, метрики: WER через Whisper, скорость, самая длинная пауза, оценка на слух вслепую (24 клипа).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Kokoro лучше всех по естественности (5,0 против 3,2 и 1,0). По WER Kokoro с подготовкой текста 1,1%. Цена: скорость около 3x реального времени. Оценка на слух: один оценщик.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Подготовка текста: на временах WER с 17% до 2,1%, пауза на двоеточии пропадает. Дёшево и измеримо.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Ошибки, найденные в работе: часть нашёл человек (телефон, пауза, кнопка, CI), часть агент (стек Windows, метрика). Все превращены в тесты или документированы.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об ограничениях: скорость на телефоне не измерена, один оценщик, только английский, нет OCR. Дальше: задачи T-01...T-06.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Роли: человек ставит цели, решает, тестирует на устройствах, оценивает звук; агент пишет код, тесты, документы. Платных ресурсов нет.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Kokoro Reader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Озвучка документов в Telegram с расчётами на устройстве пользователя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Maryna Maksimava · гибридный проект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040880" y="45720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82296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Слушать документы вместо чтения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Открытая модель Kokoro-82M, без платных API и подписок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Быстро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Около 3× реального времени на обычном процессоре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68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Естественно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017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Речь, которую приятно слушать, а не «робот»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Сценарий пользователя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Отправить файл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.txt, .md, .pdf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04872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624328" y="15544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0720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07208" y="2468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Подготовка текста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07208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заголовки, абзацы, «7:30»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700016" y="15544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17373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8289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82896" y="2468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Синтез Kokoro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 устройстве или на ПК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775704" y="15544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8584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5858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2468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Слушать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подсветка предложения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Паузы на абзацах и заголовках · файл на 30 с озвучивается за 9 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пути, одни правила текста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Считает на устройстве пользователя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Текст никуда не уходит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WebGPU или WASM, GitHub Pages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886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Telegram-бот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Считает на ПК владельца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Прогресс, список разрешённых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Файл .ogg в ответ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Общее: подготовка текста + модель Kokoro-82M · одни эталонные тесты в Python и JS · CI на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Эксперимент: что и как измеряли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системы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eSpeak NG: baseline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Piper lessac-medium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Kokoro без подготовки текста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Kokoro с подготовкой текста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метрики, 22 предложения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574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WER: Whisper (речь → текст) сверяет с исходным текстом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Скорость, × реального времени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Самая длинная пауза в клипе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Оценка на слух вслепую, 24 клипа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Kokoro звучит естественнее всех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32588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Цена: скорость Kokoro ≈ 3× реального времени (Piper 25×, eSpeak 57×). Оценка на слух: один оценщик, 6 клипов на систему.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текста решает «7:30»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 → 2,1%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WER на предложениях со временем («7:30», «12:00»): без подготовки и с ней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0,28 → 0,03 с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560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самая длинная пауза внутри клипа на «9:15» и «6:05»: пауза на двоеточии исчезает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Одна функция заменяет «7:30» на «7 30»; на слух без неё слышна странная пауза и ошибка чтения.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ошибок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Что произошло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Причина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Что сделали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Скрежет на телефоне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WebGPU на мобильном GPU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WASM на телефонах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Пауза на «7:30»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«:» читается как пауза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Время заменяется словами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Нет паузы после заголовка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PDF склеивал заголовок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Определение заголовков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Вылет бота на Windows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Малый стек потока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Потоки со стеком 64 МБ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«Elm St.» → «Elmsent»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Сокращение не раскрыто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«St.» → «Street» до синтеза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Каждая найденная ошибка превращена в тест или записана в ограничения.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 и что дальше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Скорость на телефоне не измерена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Один оценщик, только английский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Нет OCR для сканов PDF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Бот работает, пока включён ПК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574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Ускорить телефон (потоки WASM)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Играть, пока генерируется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Другие сокращения (Ave., Rd.)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EPUB, DOCX, Opus-голосовые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что делал и сколько это стоило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Цели и решения, создание бота и репозитория, тесты на телефоне, поиск ошибок, оценка звука на слух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6916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AI-агент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Код, тесты, CI, эксперимент, документы; считает и честно сообщает, что не проверено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Платных облачных ресурсов нет: GitHub Pages, Actions и модель бесплатны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koro Reader">
  <a:themeElements>
    <a:clrScheme name="Kokoro Reader">
      <a:dk1>
        <a:srgbClr val="1B1F3B"/>
      </a:dk1>
      <a:lt1>
        <a:srgbClr val="FFFFFF"/>
      </a:lt1>
      <a:dk2>
        <a:srgbClr val="3A3F63"/>
      </a:dk2>
      <a:lt2>
        <a:srgbClr val="EEF0F8"/>
      </a:lt2>
      <a:accent1>
        <a:srgbClr val="F2A541"/>
      </a:accent1>
      <a:accent2>
        <a:srgbClr val="2BB3A3"/>
      </a:accent2>
      <a:accent3>
        <a:srgbClr val="E4572E"/>
      </a:accent3>
      <a:accent4>
        <a:srgbClr val="6C7AE0"/>
      </a:accent4>
      <a:accent5>
        <a:srgbClr val="9AA0C4"/>
      </a:accent5>
      <a:accent6>
        <a:srgbClr val="5B6B8C"/>
      </a:accent6>
      <a:hlink>
        <a:srgbClr val="4C6FFF"/>
      </a:hlink>
      <a:folHlink>
        <a:srgbClr val="7B61C4"/>
      </a:folHlink>
    </a:clrScheme>
    <a:fontScheme name="Kokoro Read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Kokoro Reader: итоговая презентация</dc:title>
  <dc:subject>PptxGenJS Presentation</dc:subject>
  <dc:creator>Maryna Maksimava</dc:creator>
  <cp:lastModifiedBy>Maryna Maksimava</cp:lastModifiedBy>
  <cp:revision>1</cp:revision>
  <dcterms:created xsi:type="dcterms:W3CDTF">2026-10-08T10:44:02Z</dcterms:created>
  <dcterms:modified xsi:type="dcterms:W3CDTF">2026-10-08T10:44:02Z</dcterms:modified>
</cp:coreProperties>
</file>